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22" r:id="rId5"/>
    <p:sldId id="321" r:id="rId6"/>
    <p:sldId id="320" r:id="rId7"/>
    <p:sldId id="319" r:id="rId8"/>
    <p:sldId id="318" r:id="rId9"/>
    <p:sldId id="317" r:id="rId10"/>
    <p:sldId id="316" r:id="rId11"/>
    <p:sldId id="315" r:id="rId12"/>
    <p:sldId id="314" r:id="rId13"/>
    <p:sldId id="313" r:id="rId14"/>
    <p:sldId id="312" r:id="rId15"/>
    <p:sldId id="311" r:id="rId16"/>
    <p:sldId id="31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76" d="100"/>
          <a:sy n="76" d="100"/>
        </p:scale>
        <p:origin x="62" y="106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8/2/2026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/>
          <a:lstStyle/>
          <a:p>
            <a:r>
              <a:rPr lang="en-US" dirty="0"/>
              <a:t>Basic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88461" y="737115"/>
            <a:ext cx="4449712" cy="5407091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1278294"/>
            <a:ext cx="5000318" cy="4904141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C0FEFBF-60FD-0161-6F6E-89EE39389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3827" y="3508311"/>
            <a:ext cx="9923770" cy="1438762"/>
          </a:xfrm>
        </p:spPr>
        <p:txBody>
          <a:bodyPr/>
          <a:lstStyle/>
          <a:p>
            <a:r>
              <a:rPr lang="en-US" dirty="0"/>
              <a:t>Overcoming nervousness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D542008-8017-76E5-ABC0-3240106887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53828" y="5228488"/>
            <a:ext cx="9923770" cy="1368256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3421680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 dirty="0"/>
              <a:t>Engaging the audience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61384-8C2A-AC46-D296-2DF95CBF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1" y="1068169"/>
            <a:ext cx="10115939" cy="2681549"/>
          </a:xfrm>
        </p:spPr>
        <p:txBody>
          <a:bodyPr/>
          <a:lstStyle/>
          <a:p>
            <a:r>
              <a:rPr lang="en-US" dirty="0"/>
              <a:t>Selecting visual aids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606B8-D15C-3916-2C66-49DEC593A3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8031" y="4027047"/>
            <a:ext cx="10115939" cy="1762783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4011334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Effective delivery techniques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C90C5-5198-C255-02F9-1608AA49E08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4" y="2057401"/>
            <a:ext cx="4627186" cy="4119463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992593-AF79-3D1E-E253-0765DF0F513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668185" y="2057401"/>
            <a:ext cx="4609399" cy="4119463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Navigating Q&amp;A sessions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5D951B-D6C0-AB0A-0FFD-23670BE643E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5" y="2057401"/>
            <a:ext cx="3068678" cy="4119463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CE9E18-F4C2-3B3A-348B-BE5512664CA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191727" y="2057401"/>
            <a:ext cx="6085857" cy="4119463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010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2EF1C1-5933-D909-38D2-D22F630A8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Speaking impact</a:t>
            </a:r>
            <a:endParaRPr lang="en-ZA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D94129-1999-7159-E6E3-7D6C478655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3004F-891E-E0B4-FC2D-A5949EC33A3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787262" y="2052736"/>
            <a:ext cx="4490320" cy="4800598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</p:spTree>
    <p:extLst>
      <p:ext uri="{BB962C8B-B14F-4D97-AF65-F5344CB8AC3E}">
        <p14:creationId xmlns:p14="http://schemas.microsoft.com/office/powerpoint/2010/main" val="82250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5AA6ED-97F0-825D-71BB-D4D461E78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Dynamic delivery</a:t>
            </a:r>
            <a:endParaRPr lang="en-ZA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59FD0C-3CC0-6307-C5F3-CCBE0B14A19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8814" y="2057400"/>
            <a:ext cx="3091027" cy="3867538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4BF48F46-6E7D-0880-9D66-315C864F7D0F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3602610772"/>
              </p:ext>
            </p:extLst>
          </p:nvPr>
        </p:nvGraphicFramePr>
        <p:xfrm>
          <a:off x="5097463" y="2052638"/>
          <a:ext cx="6179954" cy="3891624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36260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056338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880508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880508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86960">
                <a:tc>
                  <a:txBody>
                    <a:bodyPr/>
                    <a:lstStyle/>
                    <a:p>
                      <a:r>
                        <a:rPr lang="en-US" sz="18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01680">
                <a:tc>
                  <a:txBody>
                    <a:bodyPr/>
                    <a:lstStyle/>
                    <a:p>
                      <a:r>
                        <a:rPr lang="en-US" sz="1800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r>
                        <a:rPr lang="en-US" sz="1800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01680">
                <a:tc>
                  <a:txBody>
                    <a:bodyPr/>
                    <a:lstStyle/>
                    <a:p>
                      <a:r>
                        <a:rPr lang="en-US" sz="1800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01680">
                <a:tc>
                  <a:txBody>
                    <a:bodyPr/>
                    <a:lstStyle/>
                    <a:p>
                      <a:r>
                        <a:rPr lang="en-US" sz="1800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59544">
                <a:tc>
                  <a:txBody>
                    <a:bodyPr/>
                    <a:lstStyle/>
                    <a:p>
                      <a:r>
                        <a:rPr lang="en-US" sz="1800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592F51-55CE-19DC-B632-AD19560BA9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546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FCC8-C04D-0071-3B14-4AF828E0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Final tips &amp; takeaways</a:t>
            </a:r>
            <a:endParaRPr lang="en-ZA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0E1748-5A63-CCAD-65B2-FB5DB78846F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468814" y="2066731"/>
            <a:ext cx="6452876" cy="3867538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118A24-4E50-F77D-EF17-46A29F012C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169196" y="2066731"/>
            <a:ext cx="3108391" cy="3867538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D6A759-37B6-1E14-BD05-D652BEECEA3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135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7BF639-9897-7AC5-9AE9-B87BE1DE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Speaking engagement metrics</a:t>
            </a:r>
            <a:endParaRPr lang="en-ZA" dirty="0"/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D1DCF783-46E9-D159-7BE1-A0FAAD6D6524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865138613"/>
              </p:ext>
            </p:extLst>
          </p:nvPr>
        </p:nvGraphicFramePr>
        <p:xfrm>
          <a:off x="1487488" y="2057400"/>
          <a:ext cx="9789995" cy="388620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985710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3318899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242693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242693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44EDC2-BFBF-920F-CB70-9AF7324660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0237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/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CFE66-A9E7-A365-967B-2FD670CB39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2286" y="690465"/>
            <a:ext cx="4784372" cy="5253089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{D3D3612B-F190-4F8E-8118-9F7E80D7345C}TF3977e381-cba5-49b1-ba43-b5d865517af907ebbda9_win32-372d4d6ae720</Template>
  <TotalTime>4</TotalTime>
  <Words>419</Words>
  <Application>Microsoft Office PowerPoint</Application>
  <PresentationFormat>Widescreen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Tisa Offc Serif Pro</vt:lpstr>
      <vt:lpstr>Univers Light</vt:lpstr>
      <vt:lpstr>Custom</vt:lpstr>
      <vt:lpstr>Basic presentation</vt:lpstr>
      <vt:lpstr>Agenda</vt:lpstr>
      <vt:lpstr>The power of communication</vt:lpstr>
      <vt:lpstr>Overcoming nervousness</vt:lpstr>
      <vt:lpstr>Engaging the audience</vt:lpstr>
      <vt:lpstr>Selecting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Thais Diaz</dc:creator>
  <cp:lastModifiedBy>Thais Diaz</cp:lastModifiedBy>
  <cp:revision>1</cp:revision>
  <dcterms:created xsi:type="dcterms:W3CDTF">2026-08-03T00:53:17Z</dcterms:created>
  <dcterms:modified xsi:type="dcterms:W3CDTF">2026-08-03T00:57:54Z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